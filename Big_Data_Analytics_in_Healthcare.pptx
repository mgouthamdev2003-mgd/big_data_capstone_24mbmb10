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49EC9-E0DE-1AC1-D7F1-00DC83B62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BIG DATA ANALYTICS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0C79D-8F78-CE2F-C808-1AA57D633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Goutham Dev – 24MBMB10</a:t>
            </a:r>
          </a:p>
        </p:txBody>
      </p:sp>
    </p:spTree>
    <p:extLst>
      <p:ext uri="{BB962C8B-B14F-4D97-AF65-F5344CB8AC3E}">
        <p14:creationId xmlns:p14="http://schemas.microsoft.com/office/powerpoint/2010/main" val="322025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Data Analytics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Healthcare generates massive amounts of data from clinical notes, diagnostics, and monitoring systems.</a:t>
            </a:r>
          </a:p>
          <a:p>
            <a:pPr marL="0" indent="0">
              <a:buNone/>
            </a:pPr>
            <a:r>
              <a:rPr dirty="0"/>
              <a:t>• Big Data Analytics helps derive actionable insights to improve care quality and efficiency.</a:t>
            </a:r>
          </a:p>
          <a:p>
            <a:pPr marL="0" indent="0">
              <a:buNone/>
            </a:pPr>
            <a:r>
              <a:rPr dirty="0"/>
              <a:t>• Technologies used: ETL Pipelines, </a:t>
            </a:r>
            <a:r>
              <a:rPr dirty="0" err="1"/>
              <a:t>PySpark</a:t>
            </a:r>
            <a:r>
              <a:rPr dirty="0"/>
              <a:t>, and Spark ML for large-scale data handling and modeling.</a:t>
            </a:r>
          </a:p>
          <a:p>
            <a:pPr marL="0" indent="0">
              <a:buNone/>
            </a:pPr>
            <a:r>
              <a:rPr dirty="0"/>
              <a:t>• Objective: Build AI-driven solutions for healthcare challenges using scalable data processing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 Case 1 – Audio to Text Translation of Doctor’s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Converts spoken doctor consultations into structured, searchable text.</a:t>
            </a:r>
          </a:p>
          <a:p>
            <a:pPr marL="0" indent="0">
              <a:buNone/>
            </a:pPr>
            <a:r>
              <a:rPr dirty="0"/>
              <a:t>• Process: Audio ingestion → Speech-to-text conversion → NLP cleaning using Spark.</a:t>
            </a:r>
          </a:p>
          <a:p>
            <a:pPr marL="0" indent="0">
              <a:buNone/>
            </a:pPr>
            <a:r>
              <a:rPr dirty="0"/>
              <a:t>• Impact: Saves doctors’ time, improves record accuracy, and enhances patient history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2 &amp; 3 – Discharge Summaries &amp; Patient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/>
              <a:t>• Automatic Discharge Summary Generation: Uses NLP to summarize key diagnosis, treatment, and medication details.</a:t>
            </a:r>
          </a:p>
          <a:p>
            <a:pPr marL="0" indent="0">
              <a:buNone/>
            </a:pPr>
            <a:r>
              <a:rPr dirty="0"/>
              <a:t>• Reduces manual workload and ensures consistency in clinical documentation.</a:t>
            </a:r>
          </a:p>
          <a:p>
            <a:pPr marL="0" indent="0">
              <a:buNone/>
            </a:pPr>
            <a:r>
              <a:rPr dirty="0"/>
              <a:t>• Insights for Patients: Analyzes doctor dictation to provide easy-to-understand insights for patients.</a:t>
            </a:r>
          </a:p>
          <a:p>
            <a:pPr marL="0" indent="0">
              <a:buNone/>
            </a:pPr>
            <a:r>
              <a:rPr dirty="0"/>
              <a:t>• Bridges the communication gap between patients and clinicians.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4 &amp; 5 – Predictive Analytics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Patient Readmission Prediction: Applied Spark ML algorithms to predict high-risk patients likely to be readmitted.</a:t>
            </a:r>
          </a:p>
          <a:p>
            <a:pPr marL="0" indent="0">
              <a:buNone/>
            </a:pPr>
            <a:r>
              <a:rPr dirty="0"/>
              <a:t>• Helps hospitals take preventive measures and improve care outcomes.</a:t>
            </a:r>
          </a:p>
          <a:p>
            <a:pPr marL="0" indent="0">
              <a:buNone/>
            </a:pPr>
            <a:r>
              <a:rPr dirty="0"/>
              <a:t>• Discharge Readiness Metrics: Calculates readiness based on vitals, treatment progress, and clinical indicators.</a:t>
            </a:r>
          </a:p>
          <a:p>
            <a:pPr marL="0" indent="0">
              <a:buNone/>
            </a:pPr>
            <a:r>
              <a:rPr dirty="0"/>
              <a:t>• Optimizes bed utilization and shortens unnecessary hospital stays.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Big Data Pipeline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ETL Pipeline: Extract → Transform → Load large volumes of healthcare data into Spark clusters.</a:t>
            </a:r>
          </a:p>
          <a:p>
            <a:pPr marL="0" indent="0">
              <a:buNone/>
            </a:pPr>
            <a:r>
              <a:rPr dirty="0"/>
              <a:t>• Preprocessing:</a:t>
            </a:r>
            <a:r>
              <a:rPr lang="en-IN" dirty="0"/>
              <a:t>Prepared bronze, silver, gold tables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Modeling: Used </a:t>
            </a:r>
            <a:r>
              <a:rPr dirty="0" err="1"/>
              <a:t>PySpark</a:t>
            </a:r>
            <a:r>
              <a:rPr dirty="0"/>
              <a:t> ML for feature extraction, model training, and predictions.</a:t>
            </a:r>
          </a:p>
          <a:p>
            <a:pPr marL="0" indent="0">
              <a:buNone/>
            </a:pPr>
            <a:r>
              <a:rPr dirty="0"/>
              <a:t>• Outcome: Automated key hospital workflows, improved efficiency and patient satisfaction.</a:t>
            </a:r>
          </a:p>
          <a:p>
            <a:pPr marL="0" indent="0">
              <a:buNone/>
            </a:pPr>
            <a:r>
              <a:rPr dirty="0"/>
              <a:t>• Demonstrated scalable big data analytics for real-world healthcare scenarios.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346</Words>
  <Application>Microsoft Office PowerPoint</Application>
  <PresentationFormat>On-screen Show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BIG DATA ANALYTICS CAPSTONE PROJECT</vt:lpstr>
      <vt:lpstr>Big Data Analytics in Healthcare</vt:lpstr>
      <vt:lpstr>Use Case 1 – Audio to Text Translation of Doctor’s Notes</vt:lpstr>
      <vt:lpstr>Use Case 2 &amp; 3 – Discharge Summaries &amp; Patient Insights</vt:lpstr>
      <vt:lpstr>Use Case 4 &amp; 5 – Predictive Analytics in Healthcare</vt:lpstr>
      <vt:lpstr>End-to-End Big Data Pipeline &amp; 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Medida Goutham Dev Narayan Malya</cp:lastModifiedBy>
  <cp:revision>3</cp:revision>
  <dcterms:created xsi:type="dcterms:W3CDTF">2013-01-27T09:14:16Z</dcterms:created>
  <dcterms:modified xsi:type="dcterms:W3CDTF">2025-11-12T09:22:00Z</dcterms:modified>
  <cp:category/>
</cp:coreProperties>
</file>